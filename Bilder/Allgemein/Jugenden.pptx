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FD690F-4540-429A-A0D0-FD1B2267412B}" type="datetimeFigureOut">
              <a:rPr lang="de-DE" smtClean="0"/>
              <a:t>22.07.2024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EFCF48-01E4-483C-B99A-E9C960442A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5158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EFCF48-01E4-483C-B99A-E9C960442AF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20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7C297F-00A8-7BC3-CD37-12B836842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9062649-5639-2BA3-E45E-0ECBFF5702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CCC673-8A6E-6ED9-5086-7E01FD21E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132B0-F17E-4795-823D-0BBE9D936562}" type="datetimeFigureOut">
              <a:rPr lang="de-DE" smtClean="0"/>
              <a:t>22.07.2024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17D2FF-24F8-C516-794B-9D59F1C17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8D1A64-91DC-9465-CA98-7BEA74D35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A884-9FB8-439D-9993-3CDD1937C4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5157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1A3F87-9B2A-7392-DE02-5D39E5900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53DE99-80E7-CEF4-5B98-9A2D63CA1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2905FB-D981-6D5D-8D86-91ABC8AAA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132B0-F17E-4795-823D-0BBE9D936562}" type="datetimeFigureOut">
              <a:rPr lang="de-DE" smtClean="0"/>
              <a:t>22.07.2024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A8B529-3AEF-1D88-8F30-D6A4B29BE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0C4857-6AAF-8A5B-EF5B-8538C6573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A884-9FB8-439D-9993-3CDD1937C4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7404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ECDD5E-7FDC-55B4-D5AD-33EE2A8EC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243B047-882B-5F4C-1843-4F878403B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FC143E-A3C7-84CF-991A-090FA02AB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132B0-F17E-4795-823D-0BBE9D936562}" type="datetimeFigureOut">
              <a:rPr lang="de-DE" smtClean="0"/>
              <a:t>22.07.2024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446976-4E58-FFDC-DE3F-9A5953CA2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3724E7-3399-9655-8F13-3DFA2D741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A884-9FB8-439D-9993-3CDD1937C4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4128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80EAC3-9398-A0E2-8A3D-F9FA89C1D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C7C7BF-E05B-1FEA-BE67-7082C0E54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2DA0377-7C8D-8411-471D-9D309F83C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465309F-5EAD-578D-068A-B41707C0D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132B0-F17E-4795-823D-0BBE9D936562}" type="datetimeFigureOut">
              <a:rPr lang="de-DE" smtClean="0"/>
              <a:t>22.07.2024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1816BD5-998B-DE72-D4C8-D4F251B25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1952CF5-0808-9D29-18AD-DCF507895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A884-9FB8-439D-9993-3CDD1937C4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3444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D9560B-2DAD-EBCD-D830-ABAF752F2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1114586-64C8-E2DB-A21F-E558EE76B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26FF401-8706-BD72-865B-F0A9CB9DA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D0EA4B8-0541-5C0D-7951-55856E0749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E6A0B5B-84C4-F660-773E-EA6C093001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9539434-6814-F9AA-2E4D-8C8555521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132B0-F17E-4795-823D-0BBE9D936562}" type="datetimeFigureOut">
              <a:rPr lang="de-DE" smtClean="0"/>
              <a:t>22.07.2024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0F29E28-8122-C185-C360-30E1D0DA5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9B4EE59-6259-F47E-E484-B5BD253CA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A884-9FB8-439D-9993-3CDD1937C4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653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35D5C0-3C82-D873-6A9C-7BEC3D26C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D93EB63-71B0-54FD-7A6A-A2433A0C5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132B0-F17E-4795-823D-0BBE9D936562}" type="datetimeFigureOut">
              <a:rPr lang="de-DE" smtClean="0"/>
              <a:t>22.07.2024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BE99DF-67CC-B1B6-C0D9-71FCABAE0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5D6DFAF-4883-0A8A-D7BE-E99353E73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A884-9FB8-439D-9993-3CDD1937C4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12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939A3C1-E5ED-8EA1-BB9A-9CA9E9062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132B0-F17E-4795-823D-0BBE9D936562}" type="datetimeFigureOut">
              <a:rPr lang="de-DE" smtClean="0"/>
              <a:t>22.07.2024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BB06AED-072E-FB95-F86A-CF72D3F23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23C00E-A9E9-1807-5865-88462990D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A884-9FB8-439D-9993-3CDD1937C4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1431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CA3FC3-59A2-3B4E-4D84-F46460B3D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6485434-59E5-13DE-45F4-D7B0B9C4F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7F04C52-954F-3EF9-4FC5-6BAA095962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8422279-0767-FA80-BCC4-ACE9FB92E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132B0-F17E-4795-823D-0BBE9D936562}" type="datetimeFigureOut">
              <a:rPr lang="de-DE" smtClean="0"/>
              <a:t>22.07.2024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731EE99-F8CC-1F1E-8FB5-A57293999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1C3DBE4-28FA-799B-3683-8AB75CE6B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A884-9FB8-439D-9993-3CDD1937C4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5129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988B5B-811E-90F4-E525-61C473621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F574167-E533-F961-DDA2-BE91035822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4F3FF31-AF25-2D1D-B624-159E3A940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0A40C6C-7F17-4CF4-CAE7-C83A573FC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132B0-F17E-4795-823D-0BBE9D936562}" type="datetimeFigureOut">
              <a:rPr lang="de-DE" smtClean="0"/>
              <a:t>22.07.2024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1C1782F-2CE6-9F2D-77CE-F83991F73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7AB4044-63BB-41B4-A4AC-6059DA467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A884-9FB8-439D-9993-3CDD1937C4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1606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CB2ACC-987E-0899-E5E5-47BF62FB7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0D32DB4-2B2E-8E97-D287-9CECBA517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1DCDBC-D2E1-4011-63BE-D454B58B4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132B0-F17E-4795-823D-0BBE9D936562}" type="datetimeFigureOut">
              <a:rPr lang="de-DE" smtClean="0"/>
              <a:t>22.07.2024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B48134-4A17-322E-860E-A153992C2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38B710-18F8-8C4F-0996-5D334D725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A884-9FB8-439D-9993-3CDD1937C4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9376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009DD72-E538-B9CE-7FC5-B67D998CBC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C7432CB-3E4F-D071-B2E2-64CF0A4A8A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C744D5-74CF-DB6F-3004-5018C01BF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132B0-F17E-4795-823D-0BBE9D936562}" type="datetimeFigureOut">
              <a:rPr lang="de-DE" smtClean="0"/>
              <a:t>22.07.2024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120DDE-8210-EC84-140D-F00B93525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537DAF-F03E-3CFC-2F23-D503DF1CD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A884-9FB8-439D-9993-3CDD1937C4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0883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E30F584-1BD7-9AB5-4988-EF2E79C87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158F86-AAB3-9637-817B-BC765A33E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F96B1E-1E78-7AB2-B667-6D1FC2D988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132B0-F17E-4795-823D-0BBE9D936562}" type="datetimeFigureOut">
              <a:rPr lang="de-DE" smtClean="0"/>
              <a:t>22.07.2024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942A1F-359F-912C-A7C9-BF75B4F03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9842FF-2C03-1C8C-3AEC-51E8E2F69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BA884-9FB8-439D-9993-3CDD1937C4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3431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EB4D0A40-41F4-FCD1-71F8-22744C4DBE1A}"/>
              </a:ext>
            </a:extLst>
          </p:cNvPr>
          <p:cNvSpPr/>
          <p:nvPr/>
        </p:nvSpPr>
        <p:spPr>
          <a:xfrm>
            <a:off x="452284" y="127819"/>
            <a:ext cx="3165987" cy="1602659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800" b="1" dirty="0"/>
              <a:t>U19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3DE1FB92-C398-A27D-BE31-98E3FBE19170}"/>
              </a:ext>
            </a:extLst>
          </p:cNvPr>
          <p:cNvSpPr/>
          <p:nvPr/>
        </p:nvSpPr>
        <p:spPr>
          <a:xfrm>
            <a:off x="452283" y="1826341"/>
            <a:ext cx="3165987" cy="1602659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800" b="1"/>
              <a:t>U13</a:t>
            </a:r>
            <a:endParaRPr lang="de-DE" sz="4800" b="1" dirty="0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13EA59FF-3D81-C37A-2755-72B91130FB4F}"/>
              </a:ext>
            </a:extLst>
          </p:cNvPr>
          <p:cNvSpPr/>
          <p:nvPr/>
        </p:nvSpPr>
        <p:spPr>
          <a:xfrm>
            <a:off x="452282" y="3669890"/>
            <a:ext cx="3165987" cy="1602659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800" b="1" dirty="0"/>
              <a:t>U9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EE78EB00-0294-6E04-2838-FBA1DD83D031}"/>
              </a:ext>
            </a:extLst>
          </p:cNvPr>
          <p:cNvSpPr/>
          <p:nvPr/>
        </p:nvSpPr>
        <p:spPr>
          <a:xfrm>
            <a:off x="3849327" y="368709"/>
            <a:ext cx="3165987" cy="1602659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800" b="1" dirty="0"/>
              <a:t>Bambini</a:t>
            </a: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FD6B3C43-42F9-D3B2-9CDE-8F7F1D8B59F0}"/>
              </a:ext>
            </a:extLst>
          </p:cNvPr>
          <p:cNvSpPr/>
          <p:nvPr/>
        </p:nvSpPr>
        <p:spPr>
          <a:xfrm>
            <a:off x="4213122" y="3178276"/>
            <a:ext cx="3165987" cy="1602659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800" b="1" dirty="0"/>
              <a:t>U10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3C9B559B-8D3B-D1E4-9C93-71138A852056}"/>
              </a:ext>
            </a:extLst>
          </p:cNvPr>
          <p:cNvSpPr/>
          <p:nvPr/>
        </p:nvSpPr>
        <p:spPr>
          <a:xfrm>
            <a:off x="6410632" y="1403554"/>
            <a:ext cx="3165987" cy="1602659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800" b="1" dirty="0"/>
              <a:t>U7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ACE62B04-E925-EF17-5B03-24E8975E9803}"/>
              </a:ext>
            </a:extLst>
          </p:cNvPr>
          <p:cNvSpPr/>
          <p:nvPr/>
        </p:nvSpPr>
        <p:spPr>
          <a:xfrm>
            <a:off x="7595420" y="4299154"/>
            <a:ext cx="3165987" cy="1602659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800" b="1" dirty="0"/>
              <a:t>U17-D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7CAC4EAB-E3ED-DE1F-74A3-A365F13161F0}"/>
              </a:ext>
            </a:extLst>
          </p:cNvPr>
          <p:cNvSpPr/>
          <p:nvPr/>
        </p:nvSpPr>
        <p:spPr>
          <a:xfrm>
            <a:off x="2930013" y="5272549"/>
            <a:ext cx="3165987" cy="1602659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800" b="1" dirty="0"/>
              <a:t>U11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D8DB3121-DDC4-26F8-A1B9-CF914A1276C5}"/>
              </a:ext>
            </a:extLst>
          </p:cNvPr>
          <p:cNvSpPr/>
          <p:nvPr/>
        </p:nvSpPr>
        <p:spPr>
          <a:xfrm>
            <a:off x="8785122" y="2558846"/>
            <a:ext cx="3165987" cy="1602659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800" b="1" dirty="0"/>
              <a:t>U15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23BF3EC1-C9D1-1C89-6214-B8090350F4C5}"/>
              </a:ext>
            </a:extLst>
          </p:cNvPr>
          <p:cNvSpPr/>
          <p:nvPr/>
        </p:nvSpPr>
        <p:spPr>
          <a:xfrm>
            <a:off x="9355394" y="-199105"/>
            <a:ext cx="3165987" cy="1602659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800" b="1" dirty="0"/>
              <a:t>U17</a:t>
            </a:r>
          </a:p>
        </p:txBody>
      </p:sp>
    </p:spTree>
    <p:extLst>
      <p:ext uri="{BB962C8B-B14F-4D97-AF65-F5344CB8AC3E}">
        <p14:creationId xmlns:p14="http://schemas.microsoft.com/office/powerpoint/2010/main" val="3197471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Ist möglicherweise ein Bild von 16 Personen, außen und Text „SPIELTAG &quot; FREUNDER MÜSST THR SEIN BTV 21.08.22 Aac hen 1873 13:15 GERMANIA FREUND &quot; FREUNDER MÜSST THR SEIN“">
            <a:extLst>
              <a:ext uri="{FF2B5EF4-FFF2-40B4-BE49-F238E27FC236}">
                <a16:creationId xmlns:a16="http://schemas.microsoft.com/office/drawing/2014/main" id="{33C9D1D7-216B-112C-502F-F060A9DC74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31" b="16560"/>
          <a:stretch/>
        </p:blipFill>
        <p:spPr bwMode="auto">
          <a:xfrm>
            <a:off x="258096" y="0"/>
            <a:ext cx="6858000" cy="458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st möglicherweise ein Bild von 16 Personen, Personen, die stehen, außen und Text „1. SPIELTAG FV &quot; FREUNDER MÜSST THR SEIN 21.08.22 Vaalser quartier 13:00 GERMANIA FREUND &quot; FREUNDER MÜSST THR SEIN“">
            <a:extLst>
              <a:ext uri="{FF2B5EF4-FFF2-40B4-BE49-F238E27FC236}">
                <a16:creationId xmlns:a16="http://schemas.microsoft.com/office/drawing/2014/main" id="{1FEF1CAC-2FB6-66C5-E986-2EC606E63A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61" b="17133"/>
          <a:stretch/>
        </p:blipFill>
        <p:spPr bwMode="auto">
          <a:xfrm>
            <a:off x="4348316" y="1710812"/>
            <a:ext cx="6858000" cy="4513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5244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Breitbild</PresentationFormat>
  <Paragraphs>11</Paragraphs>
  <Slides>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Manuel Mennicken</dc:creator>
  <cp:lastModifiedBy>Manuel Mennicken</cp:lastModifiedBy>
  <cp:revision>3</cp:revision>
  <dcterms:created xsi:type="dcterms:W3CDTF">2022-11-17T14:29:32Z</dcterms:created>
  <dcterms:modified xsi:type="dcterms:W3CDTF">2024-07-22T19:41:46Z</dcterms:modified>
</cp:coreProperties>
</file>